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51A8AF-8506-18CD-24C7-AFDD7D6ED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B8A22E-44F3-FBFA-B6A7-D0EE972D0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BD6146-FB17-4DFC-1429-D0EDB876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74B1E2-4738-A668-14FE-DAABBDBF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55329E-FAAA-F806-C913-C806D17A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49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0B93A-87F7-460E-E8F9-427A22E3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709C7F-6AEE-9B07-2182-F442FCE89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A5BF35-ECF3-6A89-5868-AE64AEC7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541067-0662-D877-FDF6-F19ECFBC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179E25-6220-3586-D073-3BBBC2BD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01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179555-C3AA-A06A-B65F-F21D4C03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C28896-39EA-9C61-B032-7C9A82FAC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BEC37-BAB9-FEE0-2185-07DBC2AC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FE9744-1EDB-C4BC-06C2-2AA65C95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BD38BC-5F44-543D-0C0C-AFEAC333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88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3F2159-2A98-07FE-381C-662CF932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904B97-B046-9809-CC70-55E394472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3592EC6-4BC6-92B2-F2A5-90B5B91BF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0E30C5-292F-3A2B-2860-FB6C2071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441BA7-F8BD-4CE6-4590-4C553E8B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9638F2-346B-EB13-FC81-90E8D900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69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80E7E0-EDE3-69BE-A5C3-185679CF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9E8F32-46A6-7863-FC5E-A7AD7DD50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7D1591-8C13-01A4-3261-3584536D8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D0923FE-0D6C-614E-F1CF-6BF1CE734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FF31D45-765B-E872-6EAD-0A7759527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B49274-AB72-AF93-121A-69374BE8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C5B102D-2DB0-43B8-18E2-CFB4714F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DA2012C-F011-4A4E-E2EA-CD1E1142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80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9CE5F3-A25E-00A4-DFFD-E75D7392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36073F-11BE-FCF6-8DAD-81D06ECF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94B8E61-FDF8-C1DF-089F-DF1C605C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AB117C-861C-5860-A524-7E397E0D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45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607E11-7ACD-763A-D95F-183E3C5E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C8AB7A2-2485-5FD2-846C-8372D7E6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DBFFAE-D42A-1532-79BE-7895337E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80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486073-F205-21B8-10E4-37F109B1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4F86DE-B81B-E0E7-B0B9-4DACEF541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87F174-C87E-7853-15E3-F1E593964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0563AE-05A9-0730-7D69-22BC079C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BDBD88-D8ED-4325-6EB3-7AD93BD3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FAC603-E966-7E19-2DEC-1F5F5712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942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63FE4-716E-FAA1-C7AD-4CA0C716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ACAEA80-255F-D953-16C1-89EA4F17A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DDB15F-530D-83B5-BB81-E0084CFC0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F9E3DC-FD98-3F75-F875-CF6EC95B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14B5FA-4F05-87F7-9E31-56D2BEFE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005376-9C6B-EE80-0838-460584A0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37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4231A3-1448-9BF5-C133-C566E3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EA1CFF-07B6-BC4D-92B9-A09AC6ED6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6EF2F3-9DC1-CE91-8597-5F7A0E12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62E2EB-1506-E579-2198-1722D53D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C02E30-4D60-C947-F6EF-5FFB64FF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27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4FD897-9EAB-F269-9014-2E71B0D46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0A7752-45C6-017A-E277-3F5FCC76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140BF-2BB3-373B-66B5-9D7D733D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317111-CB4D-AEC5-3FF9-653952AC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B44B1C-C7BA-94DA-2096-0D2E5E8D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41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481E1D-155A-129A-5A94-6230EDB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B00048-76BA-B3C5-C07E-F5D15D50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440000-4844-3D36-4213-0D3A41431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4FB42-694A-466A-ACC6-97E70E339534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3661FE-2A12-7FC7-FE26-3BB0C0F9A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7A9EA4-AFD8-106E-8C2C-E23B835C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7EBC7-4B02-4655-A15A-713D9A3A1B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10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A6F04-AC00-1937-F12C-657A93534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Agentic AI / AI agent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FD23BE-16F0-7845-8FBC-3D635F15B6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初學者開發</a:t>
            </a:r>
          </a:p>
        </p:txBody>
      </p:sp>
    </p:spTree>
    <p:extLst>
      <p:ext uri="{BB962C8B-B14F-4D97-AF65-F5344CB8AC3E}">
        <p14:creationId xmlns:p14="http://schemas.microsoft.com/office/powerpoint/2010/main" val="383681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E9ED59-37E5-8ACE-AAEC-227FDEE6AA5C}"/>
              </a:ext>
            </a:extLst>
          </p:cNvPr>
          <p:cNvSpPr/>
          <p:nvPr/>
        </p:nvSpPr>
        <p:spPr>
          <a:xfrm>
            <a:off x="3527322" y="1389053"/>
            <a:ext cx="5137356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形 5" descr="男人 以實心填滿">
            <a:extLst>
              <a:ext uri="{FF2B5EF4-FFF2-40B4-BE49-F238E27FC236}">
                <a16:creationId xmlns:a16="http://schemas.microsoft.com/office/drawing/2014/main" id="{40B94C39-7F04-C1EC-5A67-C9FA231EB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2922" y="1294290"/>
            <a:ext cx="914400" cy="9144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966F2EA-5C35-D1EE-C33D-213188E681DD}"/>
              </a:ext>
            </a:extLst>
          </p:cNvPr>
          <p:cNvSpPr txBox="1"/>
          <p:nvPr/>
        </p:nvSpPr>
        <p:spPr>
          <a:xfrm>
            <a:off x="4308986" y="1579622"/>
            <a:ext cx="1229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HMI</a:t>
            </a:r>
            <a:br>
              <a:rPr lang="en-US" altLang="zh-TW" dirty="0"/>
            </a:br>
            <a:r>
              <a:rPr lang="en-US" altLang="zh-TW" sz="1400" dirty="0"/>
              <a:t>(</a:t>
            </a:r>
            <a:r>
              <a:rPr lang="zh-TW" altLang="en-US" sz="1400" dirty="0"/>
              <a:t>人機介面</a:t>
            </a:r>
            <a:r>
              <a:rPr lang="en-US" altLang="zh-TW" sz="1400" dirty="0"/>
              <a:t>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EDF0B0-0A80-6FA4-0875-45AE8646F266}"/>
              </a:ext>
            </a:extLst>
          </p:cNvPr>
          <p:cNvSpPr txBox="1"/>
          <p:nvPr/>
        </p:nvSpPr>
        <p:spPr>
          <a:xfrm>
            <a:off x="6319682" y="1467158"/>
            <a:ext cx="2104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desktop/web</a:t>
            </a:r>
            <a:br>
              <a:rPr lang="en-US" altLang="zh-TW" dirty="0"/>
            </a:br>
            <a:r>
              <a:rPr lang="en-US" altLang="zh-TW" dirty="0"/>
              <a:t>mobile</a:t>
            </a:r>
            <a:br>
              <a:rPr lang="en-US" altLang="zh-TW" dirty="0"/>
            </a:br>
            <a:r>
              <a:rPr lang="en-US" altLang="zh-TW" dirty="0"/>
              <a:t>wearable/glass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5A5C2-0C7B-E1F3-9F26-D67339D7E985}"/>
              </a:ext>
            </a:extLst>
          </p:cNvPr>
          <p:cNvSpPr/>
          <p:nvPr/>
        </p:nvSpPr>
        <p:spPr>
          <a:xfrm>
            <a:off x="3527322" y="2483238"/>
            <a:ext cx="5137356" cy="601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AI agent / Agentic AI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3B8894-3FF7-7563-0161-D00FD00BE81C}"/>
              </a:ext>
            </a:extLst>
          </p:cNvPr>
          <p:cNvSpPr/>
          <p:nvPr/>
        </p:nvSpPr>
        <p:spPr>
          <a:xfrm>
            <a:off x="5090650" y="4193947"/>
            <a:ext cx="3574027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Generative AI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zh-TW" altLang="en-US" sz="1400" dirty="0">
                <a:solidFill>
                  <a:schemeClr val="tx1"/>
                </a:solidFill>
              </a:rPr>
              <a:t>生成式</a:t>
            </a:r>
            <a:r>
              <a:rPr lang="en-US" altLang="zh-TW" sz="1400" dirty="0">
                <a:solidFill>
                  <a:schemeClr val="tx1"/>
                </a:solidFill>
              </a:rPr>
              <a:t>AI)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8CD217-34CF-7B20-AA20-D24D72211FA7}"/>
              </a:ext>
            </a:extLst>
          </p:cNvPr>
          <p:cNvSpPr/>
          <p:nvPr/>
        </p:nvSpPr>
        <p:spPr>
          <a:xfrm>
            <a:off x="3527322" y="3099762"/>
            <a:ext cx="1568245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tools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z="1400" dirty="0">
                <a:solidFill>
                  <a:schemeClr val="tx1"/>
                </a:solidFill>
              </a:rPr>
              <a:t>(web search, bash, etc.)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3CA231-19AB-A5D2-9998-9FA6EDA6F5E0}"/>
              </a:ext>
            </a:extLst>
          </p:cNvPr>
          <p:cNvSpPr/>
          <p:nvPr/>
        </p:nvSpPr>
        <p:spPr>
          <a:xfrm>
            <a:off x="3527322" y="4193947"/>
            <a:ext cx="1563328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sensor /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device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zh-TW" altLang="en-US" sz="1400" dirty="0">
                <a:solidFill>
                  <a:schemeClr val="tx1"/>
                </a:solidFill>
              </a:rPr>
              <a:t>感應器 </a:t>
            </a:r>
            <a:r>
              <a:rPr lang="en-US" altLang="zh-TW" sz="1400" dirty="0">
                <a:solidFill>
                  <a:schemeClr val="tx1"/>
                </a:solidFill>
              </a:rPr>
              <a:t>/ </a:t>
            </a:r>
            <a:r>
              <a:rPr lang="zh-TW" altLang="en-US" sz="1400" dirty="0">
                <a:solidFill>
                  <a:schemeClr val="tx1"/>
                </a:solidFill>
              </a:rPr>
              <a:t>週邊</a:t>
            </a:r>
            <a:r>
              <a:rPr lang="en-US" altLang="zh-TW" sz="1400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0BA50B-8DCA-15B8-4815-4BDDC46AC29A}"/>
              </a:ext>
            </a:extLst>
          </p:cNvPr>
          <p:cNvSpPr/>
          <p:nvPr/>
        </p:nvSpPr>
        <p:spPr>
          <a:xfrm>
            <a:off x="6658895" y="3099762"/>
            <a:ext cx="2005784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RAG KB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>KAG KB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zh-TW" altLang="en-US" sz="1400" dirty="0">
                <a:solidFill>
                  <a:schemeClr val="tx1"/>
                </a:solidFill>
              </a:rPr>
              <a:t>知識庫</a:t>
            </a:r>
            <a:r>
              <a:rPr lang="en-US" altLang="zh-TW" sz="1400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C73E74-D04D-42DF-3FD0-64D2F79E9F35}"/>
              </a:ext>
            </a:extLst>
          </p:cNvPr>
          <p:cNvSpPr/>
          <p:nvPr/>
        </p:nvSpPr>
        <p:spPr>
          <a:xfrm>
            <a:off x="5090651" y="3099762"/>
            <a:ext cx="1568245" cy="10795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MCP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stdio</a:t>
            </a:r>
            <a:r>
              <a:rPr lang="en-US" altLang="zh-TW" sz="1400" dirty="0">
                <a:solidFill>
                  <a:schemeClr val="tx1"/>
                </a:solidFill>
              </a:rPr>
              <a:t>, http/</a:t>
            </a:r>
            <a:r>
              <a:rPr lang="en-US" altLang="zh-TW" sz="1400" dirty="0" err="1">
                <a:solidFill>
                  <a:schemeClr val="tx1"/>
                </a:solidFill>
              </a:rPr>
              <a:t>sse</a:t>
            </a:r>
            <a:r>
              <a:rPr lang="en-US" altLang="zh-TW" sz="1400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69AD9CA-E448-DF37-9FF1-3548A78F150C}"/>
              </a:ext>
            </a:extLst>
          </p:cNvPr>
          <p:cNvSpPr txBox="1"/>
          <p:nvPr/>
        </p:nvSpPr>
        <p:spPr>
          <a:xfrm>
            <a:off x="3527322" y="818452"/>
            <a:ext cx="5137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US" altLang="zh-TW" sz="2800" b="1" dirty="0"/>
              <a:t>The Agentic AI Simple Stack</a:t>
            </a:r>
          </a:p>
        </p:txBody>
      </p:sp>
    </p:spTree>
    <p:extLst>
      <p:ext uri="{BB962C8B-B14F-4D97-AF65-F5344CB8AC3E}">
        <p14:creationId xmlns:p14="http://schemas.microsoft.com/office/powerpoint/2010/main" val="1497581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79</Words>
  <Application>Microsoft Office PowerPoint</Application>
  <PresentationFormat>寬螢幕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Agentic AI / AI agent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ASVT_O365_1</dc:creator>
  <cp:lastModifiedBy>ASVT_O365_1</cp:lastModifiedBy>
  <cp:revision>2</cp:revision>
  <dcterms:created xsi:type="dcterms:W3CDTF">2025-11-20T01:51:26Z</dcterms:created>
  <dcterms:modified xsi:type="dcterms:W3CDTF">2025-11-21T04:00:13Z</dcterms:modified>
</cp:coreProperties>
</file>